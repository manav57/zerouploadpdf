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a="http://schemas.openxmlformats.org/drawingml/2006/main" xmlns:p="http://schemas.openxmlformats.org/presentationml/2006/main"><p:sldIdLst><p:sldId id="256" r:id="rId1"/><p:sldId id="257" r:id="rId2"/></p:sldIdLst><p:sldSz cx="9144000" cy="6858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report - fixture</a:t>
            </a:r>
          </a:p>
        </p:txBody>
      </p:sp>
      <p:graphicFrame>
        <p:graphicFramePr/>
        <a:graphic>
          <a:graphicData>
            <a:tbl>
              <a:tblGrid>
                <a:gridCol w="2500"/>
                <a:gridCol w="2500"/>
                <a:gridCol w="2500"/>
              </a:tblGrid>
              <a:tr h="400">
                <a:tc>
                  <a:txBody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p>
                      <a:r>
                        <a:t>Revenue</a:t>
                      </a:r>
                    </a:p>
                  </a:txBody>
                </a:tc>
                <a:tc>
                  <a:txBody>
                    <a:p>
                      <a:r>
                        <a:t>Growth</a:t>
                      </a:r>
                    </a:p>
                  </a:txBody>
                </a:tc>
              </a:tr>
              <a:tr h="400">
                <a:tc>
                  <a:txBody>
                    <a:p>
                      <a:r>
                        <a:t>East</a:t>
                      </a:r>
                    </a:p>
                  </a:txBody>
                </a:tc>
                <a:tc>
                  <a:txBody>
                    <a:p>
                      <a:r>
                        <a:t>120000</a:t>
                      </a:r>
                    </a:p>
                  </a:txBody>
                </a:tc>
                <a:tc>
                  <a:txBody>
                    <a:p>
                      <a:r>
                        <a:t>9.2%</a:t>
                      </a:r>
                    </a:p>
                  </a:txBody>
                </a:tc>
              </a:tr>
              <a:tr h="400">
                <a:tc>
                  <a:txBody>
                    <a:p>
                      <a:r>
                        <a:t>West</a:t>
                      </a:r>
                    </a:p>
                  </a:txBody>
                </a:tc>
                <a:tc>
                  <a:txBody>
                    <a:p>
                      <a:r>
                        <a:t>98000</a:t>
                      </a:r>
                    </a:p>
                  </a:txBody>
                </a:tc>
                <a:tc>
                  <a:txBody>
                    <a:p>
                      <a:r>
                        <a:t>4.1%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Outlook next quarter</a:t>
            </a:r>
          </a:p>
        </p:txBody>
      </p:sp>
    </p:spTree>
  </p:cSld>
</p:sld>
</file>